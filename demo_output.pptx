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evaluate ML models —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 1.1</a:t>
            </a:r>
          </a:p>
          <a:p>
            <a:pPr/>
            <a:r>
              <a:t>Point {i+1}.2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evaluate ML models —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 2.1</a:t>
            </a:r>
          </a:p>
          <a:p>
            <a:pPr/>
            <a:r>
              <a:t>Point {i+1}.2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evaluate ML models —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 3.1</a:t>
            </a:r>
          </a:p>
          <a:p>
            <a:pPr/>
            <a:r>
              <a:t>Point {i+1}.2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evaluate ML models —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 4.1</a:t>
            </a:r>
          </a:p>
          <a:p>
            <a:pPr/>
            <a:r>
              <a:t>Point {i+1}.2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evaluate ML models —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 5.1</a:t>
            </a:r>
          </a:p>
          <a:p>
            <a:pPr/>
            <a:r>
              <a:t>Point {i+1}.2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evaluate ML models —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 6.1</a:t>
            </a:r>
          </a:p>
          <a:p>
            <a:pPr/>
            <a:r>
              <a:t>Point {i+1}.2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evaluate ML models —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 7.1</a:t>
            </a:r>
          </a:p>
          <a:p>
            <a:pPr/>
            <a:r>
              <a:t>Point {i+1}.2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evaluate ML models —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 8.1</a:t>
            </a:r>
          </a:p>
          <a:p>
            <a:pPr/>
            <a:r>
              <a:t>Point {i+1}.2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